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Statistical Word Segmentation as Emergent Structure in a Next-Character RNN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paper/draft.md · import into Google Slides via Upload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Minimal DFAs for three small vocabularies</a:t>
            </a:r>
          </a:p>
        </p:txBody>
      </p:sp>
      <p:pic>
        <p:nvPicPr>
          <p:cNvPr id="3" name="Picture 2" descr="fig_dfa_ex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46680"/>
            <a:ext cx="11825935" cy="56961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Demo vocabulary and training stream</a:t>
            </a:r>
          </a:p>
        </p:txBody>
      </p:sp>
      <p:pic>
        <p:nvPicPr>
          <p:cNvPr id="3" name="Picture 2" descr="fig04_corpu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97682"/>
            <a:ext cx="11825935" cy="37941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Learning curve and generation</a:t>
            </a:r>
          </a:p>
        </p:txBody>
      </p:sp>
      <p:pic>
        <p:nvPicPr>
          <p:cNvPr id="3" name="Picture 2" descr="fig03_learning_with_s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014956"/>
            <a:ext cx="11825935" cy="35596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Next-character probabilities</a:t>
            </a:r>
          </a:p>
        </p:txBody>
      </p:sp>
      <p:pic>
        <p:nvPicPr>
          <p:cNvPr id="3" name="Picture 2" descr="fig_next_char_pro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50072"/>
            <a:ext cx="11825935" cy="50893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 heatmap</a:t>
            </a:r>
          </a:p>
        </p:txBody>
      </p:sp>
      <p:pic>
        <p:nvPicPr>
          <p:cNvPr id="3" name="Picture 2" descr="fig_activation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914" y="868680"/>
            <a:ext cx="8669866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Activations clustered by prefix</a:t>
            </a:r>
          </a:p>
        </p:txBody>
      </p:sp>
      <p:pic>
        <p:nvPicPr>
          <p:cNvPr id="3" name="Picture 2" descr="fig_activation_cluste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05400"/>
            <a:ext cx="11825935" cy="49787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Hidden-state correlation</a:t>
            </a:r>
          </a:p>
        </p:txBody>
      </p:sp>
      <p:pic>
        <p:nvPicPr>
          <p:cNvPr id="3" name="Picture 2" descr="fig_state_corre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15" y="868680"/>
            <a:ext cx="6942064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DFA PCA geometry and feature separation</a:t>
            </a:r>
          </a:p>
        </p:txBody>
      </p:sp>
      <p:pic>
        <p:nvPicPr>
          <p:cNvPr id="3" name="Picture 2" descr="fig_dfa_pca_geome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86" y="868680"/>
            <a:ext cx="415292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Example selective units</a:t>
            </a:r>
          </a:p>
        </p:txBody>
      </p:sp>
      <p:pic>
        <p:nvPicPr>
          <p:cNvPr id="3" name="Picture 2" descr="fig_example_un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095" y="868680"/>
            <a:ext cx="8631504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Linear decoding with word identity</a:t>
            </a:r>
          </a:p>
        </p:txBody>
      </p:sp>
      <p:pic>
        <p:nvPicPr>
          <p:cNvPr id="3" name="Picture 2" descr="fig_decoding_with_w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109564"/>
            <a:ext cx="11825935" cy="33703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DFA states and trajectories across seeds</a:t>
            </a:r>
          </a:p>
        </p:txBody>
      </p:sp>
      <p:pic>
        <p:nvPicPr>
          <p:cNvPr id="3" name="Picture 2" descr="fig_word_trajector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30010"/>
            <a:ext cx="11825935" cy="51294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Mixed-vocab scaling overview</a:t>
            </a:r>
          </a:p>
        </p:txBody>
      </p:sp>
      <p:pic>
        <p:nvPicPr>
          <p:cNvPr id="3" name="Picture 2" descr="fig_mixed_scaling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67456"/>
            <a:ext cx="11825935" cy="40546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 heatmaps across DFA size</a:t>
            </a:r>
          </a:p>
        </p:txBody>
      </p:sp>
      <p:pic>
        <p:nvPicPr>
          <p:cNvPr id="3" name="Picture 2" descr="fig_activation_heatmap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793" y="868680"/>
            <a:ext cx="857010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Closed-loop trajectories by DFA span</a:t>
            </a:r>
          </a:p>
        </p:txBody>
      </p:sp>
      <p:pic>
        <p:nvPicPr>
          <p:cNvPr id="3" name="Picture 2" descr="fig_mixed_traj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976" y="868680"/>
            <a:ext cx="5741741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Readout curves and learning</a:t>
            </a:r>
          </a:p>
        </p:txBody>
      </p:sp>
      <p:pic>
        <p:nvPicPr>
          <p:cNvPr id="3" name="Picture 2" descr="fig_mixed_decoding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412" y="868680"/>
            <a:ext cx="578887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Within-feature geometry and unit selectivity</a:t>
            </a:r>
          </a:p>
        </p:txBody>
      </p:sp>
      <p:pic>
        <p:nvPicPr>
          <p:cNvPr id="3" name="Picture 2" descr="fig_mixed_cosine_with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172" y="868680"/>
            <a:ext cx="1153134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Readout vs DFA at fixed PCs</a:t>
            </a:r>
          </a:p>
        </p:txBody>
      </p:sp>
      <p:pic>
        <p:nvPicPr>
          <p:cNvPr id="3" name="Picture 2" descr="fig_mixed_decoding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17" y="868680"/>
            <a:ext cx="1134505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Weight matrices by DFA size</a:t>
            </a:r>
          </a:p>
        </p:txBody>
      </p:sp>
      <p:pic>
        <p:nvPicPr>
          <p:cNvPr id="3" name="Picture 2" descr="fig_weight_matrice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119" y="868680"/>
            <a:ext cx="9363456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Weight graph structure and motifs vs DFA</a:t>
            </a:r>
          </a:p>
        </p:txBody>
      </p:sp>
      <p:pic>
        <p:nvPicPr>
          <p:cNvPr id="3" name="Picture 2" descr="fig_weight_graph_motifs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134" y="868680"/>
            <a:ext cx="4819425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