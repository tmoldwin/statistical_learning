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Statistical Word Segmentation as Emergent Structure in a Next-Character RNN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paper/draft.md · import into Google Slides via Upload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Minimal DFAs for three small vocabularies</a:t>
            </a:r>
          </a:p>
        </p:txBody>
      </p:sp>
      <p:pic>
        <p:nvPicPr>
          <p:cNvPr id="3" name="Picture 2" descr="fig_dfa_examp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8" y="822960"/>
            <a:ext cx="8649622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Demo vocabulary and training stream</a:t>
            </a:r>
          </a:p>
        </p:txBody>
      </p:sp>
      <p:pic>
        <p:nvPicPr>
          <p:cNvPr id="3" name="Picture 2" descr="fig04_corpus_st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97901"/>
            <a:ext cx="877824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Learning curve and generation</a:t>
            </a:r>
          </a:p>
        </p:txBody>
      </p:sp>
      <p:pic>
        <p:nvPicPr>
          <p:cNvPr id="3" name="Picture 2" descr="fig03_learning_with_samp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4952"/>
            <a:ext cx="8778240" cy="2642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Next-character probabilities</a:t>
            </a:r>
          </a:p>
        </p:txBody>
      </p:sp>
      <p:pic>
        <p:nvPicPr>
          <p:cNvPr id="3" name="Picture 2" descr="fig_next_char_pro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07552"/>
            <a:ext cx="8778240" cy="1997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 heatmap</a:t>
            </a:r>
          </a:p>
        </p:txBody>
      </p:sp>
      <p:pic>
        <p:nvPicPr>
          <p:cNvPr id="3" name="Picture 2" descr="fig_activation_heat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44" y="822960"/>
            <a:ext cx="505611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Activations clustered by prefix</a:t>
            </a:r>
          </a:p>
        </p:txBody>
      </p:sp>
      <p:pic>
        <p:nvPicPr>
          <p:cNvPr id="3" name="Picture 2" descr="fig_activation_cluste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55" y="822960"/>
            <a:ext cx="816908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Hidden-state correlation</a:t>
            </a:r>
          </a:p>
        </p:txBody>
      </p:sp>
      <p:pic>
        <p:nvPicPr>
          <p:cNvPr id="3" name="Picture 2" descr="fig_state_corre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26" y="822960"/>
            <a:ext cx="4025347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DFA PCA geometry and feature separation</a:t>
            </a:r>
          </a:p>
        </p:txBody>
      </p:sp>
      <p:pic>
        <p:nvPicPr>
          <p:cNvPr id="3" name="Picture 2" descr="fig_dfa_pca_geome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50" y="822960"/>
            <a:ext cx="430989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Example selective units</a:t>
            </a:r>
          </a:p>
        </p:txBody>
      </p:sp>
      <p:pic>
        <p:nvPicPr>
          <p:cNvPr id="3" name="Picture 2" descr="fig_example_un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55" y="822960"/>
            <a:ext cx="6144889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Linear decoding with word identity</a:t>
            </a:r>
          </a:p>
        </p:txBody>
      </p:sp>
      <p:pic>
        <p:nvPicPr>
          <p:cNvPr id="3" name="Picture 2" descr="fig_decoding_with_w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55178"/>
            <a:ext cx="8778240" cy="25017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DFA states and trajectories across seeds</a:t>
            </a:r>
          </a:p>
        </p:txBody>
      </p:sp>
      <p:pic>
        <p:nvPicPr>
          <p:cNvPr id="3" name="Picture 2" descr="fig_word_trajecto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2296"/>
            <a:ext cx="8778240" cy="38075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Mixed-vocab scaling overview</a:t>
            </a:r>
          </a:p>
        </p:txBody>
      </p:sp>
      <p:pic>
        <p:nvPicPr>
          <p:cNvPr id="3" name="Picture 2" descr="fig_mixed_scal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1236"/>
            <a:ext cx="8778240" cy="30096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 heatmaps across DFA size</a:t>
            </a:r>
          </a:p>
        </p:txBody>
      </p:sp>
      <p:pic>
        <p:nvPicPr>
          <p:cNvPr id="3" name="Picture 2" descr="fig_activation_heatmaps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09" y="822960"/>
            <a:ext cx="610118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Closed-loop trajectories by DFA span</a:t>
            </a:r>
          </a:p>
        </p:txBody>
      </p:sp>
      <p:pic>
        <p:nvPicPr>
          <p:cNvPr id="3" name="Picture 2" descr="fig_mixed_traj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86" y="822960"/>
            <a:ext cx="4087626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Readout curves and learning</a:t>
            </a:r>
          </a:p>
        </p:txBody>
      </p:sp>
      <p:pic>
        <p:nvPicPr>
          <p:cNvPr id="3" name="Picture 2" descr="fig_mixed_decoding_cur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410" y="822960"/>
            <a:ext cx="412117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Within-feature geometry and unit selectivity</a:t>
            </a:r>
          </a:p>
        </p:txBody>
      </p:sp>
      <p:pic>
        <p:nvPicPr>
          <p:cNvPr id="3" name="Picture 2" descr="fig_mixed_cosine_with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4" y="822960"/>
            <a:ext cx="820933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Readout vs DFA at fixed PCs</a:t>
            </a:r>
          </a:p>
        </p:txBody>
      </p:sp>
      <p:pic>
        <p:nvPicPr>
          <p:cNvPr id="3" name="Picture 2" descr="fig_mixed_decoding_vs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46" y="822960"/>
            <a:ext cx="8076707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Weight matrices by DFA size</a:t>
            </a:r>
          </a:p>
        </p:txBody>
      </p:sp>
      <p:pic>
        <p:nvPicPr>
          <p:cNvPr id="3" name="Picture 2" descr="fig_weight_matrices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24" y="822960"/>
            <a:ext cx="6271751" cy="41662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Weight graph structure and motifs vs DFA</a:t>
            </a:r>
          </a:p>
        </p:txBody>
      </p:sp>
      <p:pic>
        <p:nvPicPr>
          <p:cNvPr id="3" name="Picture 2" descr="fig_weight_graph_motifs_vs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88" y="822960"/>
            <a:ext cx="2606223" cy="4166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