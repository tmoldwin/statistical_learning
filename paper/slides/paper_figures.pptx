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Statistical Word Segmentation as Emergent Structure in a Next-Character RNN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from paper/draft.md · import into Google Slides via Upload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Minimal DFAs for three small vocabularies</a:t>
            </a:r>
          </a:p>
        </p:txBody>
      </p:sp>
      <p:pic>
        <p:nvPicPr>
          <p:cNvPr id="3" name="Picture 2" descr="fig_dfa_ex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88" y="822960"/>
            <a:ext cx="8649622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Demo vocabulary and training stream</a:t>
            </a:r>
          </a:p>
        </p:txBody>
      </p:sp>
      <p:pic>
        <p:nvPicPr>
          <p:cNvPr id="3" name="Picture 2" descr="fig04_corpu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97901"/>
            <a:ext cx="8778240" cy="2816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Learning curve and generation</a:t>
            </a:r>
          </a:p>
        </p:txBody>
      </p:sp>
      <p:pic>
        <p:nvPicPr>
          <p:cNvPr id="3" name="Picture 2" descr="fig03_learning_with_s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84952"/>
            <a:ext cx="8778240" cy="2642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Next-character probabilities</a:t>
            </a:r>
          </a:p>
        </p:txBody>
      </p:sp>
      <p:pic>
        <p:nvPicPr>
          <p:cNvPr id="3" name="Picture 2" descr="fig_next_char_pro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79" y="822960"/>
            <a:ext cx="8571240" cy="41662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 heatmap</a:t>
            </a:r>
          </a:p>
        </p:txBody>
      </p:sp>
      <p:pic>
        <p:nvPicPr>
          <p:cNvPr id="3" name="Picture 2" descr="fig_activation_heat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822960"/>
            <a:ext cx="617220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Activations clustered by prefix</a:t>
            </a:r>
          </a:p>
        </p:txBody>
      </p:sp>
      <p:pic>
        <p:nvPicPr>
          <p:cNvPr id="3" name="Picture 2" descr="fig_activation_cluste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49479"/>
            <a:ext cx="8778240" cy="37131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Hidden-state correlation</a:t>
            </a:r>
          </a:p>
        </p:txBody>
      </p:sp>
      <p:pic>
        <p:nvPicPr>
          <p:cNvPr id="3" name="Picture 2" descr="fig_state_corre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055" y="822960"/>
            <a:ext cx="548188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DFA PCA geometry and feature separation</a:t>
            </a:r>
          </a:p>
        </p:txBody>
      </p:sp>
      <p:pic>
        <p:nvPicPr>
          <p:cNvPr id="3" name="Picture 2" descr="fig_dfa_pca_geome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7050" y="822960"/>
            <a:ext cx="430989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Example selective units</a:t>
            </a:r>
          </a:p>
        </p:txBody>
      </p:sp>
      <p:pic>
        <p:nvPicPr>
          <p:cNvPr id="3" name="Picture 2" descr="fig_example_un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555" y="822960"/>
            <a:ext cx="6144889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Linear decoding with word identity</a:t>
            </a:r>
          </a:p>
        </p:txBody>
      </p:sp>
      <p:pic>
        <p:nvPicPr>
          <p:cNvPr id="3" name="Picture 2" descr="fig_decoding_with_w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655178"/>
            <a:ext cx="8778240" cy="25017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DFA states and trajectories across seeds</a:t>
            </a:r>
          </a:p>
        </p:txBody>
      </p:sp>
      <p:pic>
        <p:nvPicPr>
          <p:cNvPr id="3" name="Picture 2" descr="fig_word_trajector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2296"/>
            <a:ext cx="8778240" cy="380756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Mixed-vocab scaling overview</a:t>
            </a:r>
          </a:p>
        </p:txBody>
      </p:sp>
      <p:pic>
        <p:nvPicPr>
          <p:cNvPr id="3" name="Picture 2" descr="fig_mixed_scaling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01236"/>
            <a:ext cx="8778240" cy="3009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Activation heatmaps across DFA size</a:t>
            </a:r>
          </a:p>
        </p:txBody>
      </p:sp>
      <p:pic>
        <p:nvPicPr>
          <p:cNvPr id="3" name="Picture 2" descr="fig_activation_heatmap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09" y="822960"/>
            <a:ext cx="610118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Closed-loop trajectories by DFA span</a:t>
            </a:r>
          </a:p>
        </p:txBody>
      </p:sp>
      <p:pic>
        <p:nvPicPr>
          <p:cNvPr id="3" name="Picture 2" descr="fig_mixed_traj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186" y="822960"/>
            <a:ext cx="4087626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Readout curves and learning</a:t>
            </a:r>
          </a:p>
        </p:txBody>
      </p:sp>
      <p:pic>
        <p:nvPicPr>
          <p:cNvPr id="3" name="Picture 2" descr="fig_mixed_decoding_cur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410" y="822960"/>
            <a:ext cx="4121178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Within-feature geometry and unit selectivity</a:t>
            </a:r>
          </a:p>
        </p:txBody>
      </p:sp>
      <p:pic>
        <p:nvPicPr>
          <p:cNvPr id="3" name="Picture 2" descr="fig_mixed_cosine_with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4" y="822960"/>
            <a:ext cx="8209330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Readout vs DFA at fixed PCs</a:t>
            </a:r>
          </a:p>
        </p:txBody>
      </p:sp>
      <p:pic>
        <p:nvPicPr>
          <p:cNvPr id="3" name="Picture 2" descr="fig_mixed_decoding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646" y="822960"/>
            <a:ext cx="8076707" cy="416623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Weight matrices by DFA size</a:t>
            </a:r>
          </a:p>
        </p:txBody>
      </p:sp>
      <p:pic>
        <p:nvPicPr>
          <p:cNvPr id="3" name="Picture 2" descr="fig_weight_matrice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24" y="822960"/>
            <a:ext cx="6271751" cy="416623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54305"/>
            <a:ext cx="877824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Weight graph structure and motifs vs DFA</a:t>
            </a:r>
          </a:p>
        </p:txBody>
      </p:sp>
      <p:pic>
        <p:nvPicPr>
          <p:cNvPr id="3" name="Picture 2" descr="fig_weight_graph_motifs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195" y="822960"/>
            <a:ext cx="6367608" cy="41662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